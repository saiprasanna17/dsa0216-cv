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7" r:id="rId2"/>
    <p:sldId id="262" r:id="rId3"/>
    <p:sldId id="270" r:id="rId4"/>
    <p:sldId id="266" r:id="rId5"/>
    <p:sldId id="263" r:id="rId6"/>
    <p:sldId id="264" r:id="rId7"/>
    <p:sldId id="259" r:id="rId8"/>
    <p:sldId id="260" r:id="rId9"/>
    <p:sldId id="268" r:id="rId10"/>
    <p:sldId id="269" r:id="rId11"/>
    <p:sldId id="265" r:id="rId12"/>
    <p:sldId id="271" r:id="rId13"/>
    <p:sldId id="267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CA7C7-53CF-1390-99DD-F004A00C9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23644-39A6-B35A-0A9B-8851476AD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9E20E-3DA8-BE90-19BD-DBEF83E2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000C9-ECBF-429F-9970-D3285201C38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2BBD9-0C7F-C7BC-E181-7D52F1012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E1631-FC33-FC07-561B-CCEE1B884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95AA4-E4F7-490C-8DBA-5E095000C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34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76EAB-9109-CE18-E37D-D363D7226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B9437-F642-3310-27C0-5B07CDBE9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F37FA-ADE1-BC7D-4EA0-D04E9FA7E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000C9-ECBF-429F-9970-D3285201C38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9BDEB-CCCF-7026-A18C-B56445AFB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30A54-5287-5C49-C834-BEA98AD02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95AA4-E4F7-490C-8DBA-5E095000C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494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65B61-4C78-4D68-243A-A67A330D0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1DCA0-1A0B-167D-9B72-C800EE3FB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287A2-CC6F-F0C3-F685-A6684A054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000C9-ECBF-429F-9970-D3285201C38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22AB3-BD4C-C11D-14CA-359EC5A1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D634E-50B4-B9AF-0E26-85166A2E8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95AA4-E4F7-490C-8DBA-5E095000C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266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A4057-729B-4432-B6BD-48ABD109E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8F749-5AB2-897E-B3E3-61E3E85F9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175A4-5E18-6894-8285-EAD4752D7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A6E78-2012-0C60-5809-763CE87E4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000C9-ECBF-429F-9970-D3285201C38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F0B2D-CE1F-097E-C329-214E3DAE1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1DCC1-DB29-B83E-3038-2F9FE73F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95AA4-E4F7-490C-8DBA-5E095000C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631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6C24E-F764-071A-F9F5-64961594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ABCBF-607E-AA02-3532-29FD55FBA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E44C2-D510-23D8-C9C8-0C94C31BF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01A446-32BB-6A35-D0E3-7A0CFB29DD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F9D279-A021-9A07-CFE9-CE0054A237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9DB32C-2FE4-6AF6-9F15-1329CB3BF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000C9-ECBF-429F-9970-D3285201C38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E5E27-4956-0550-E4C1-3B9C953AF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235E3D-3F4E-13F9-10D3-767F771F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95AA4-E4F7-490C-8DBA-5E095000C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845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27718-F13A-E334-484F-3634C82E0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A4D1A-1754-F2E6-864C-859508405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000C9-ECBF-429F-9970-D3285201C38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FEC06F-0E29-FA57-EE83-296A2C153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30C36-D192-D277-BF65-C9871FA7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95AA4-E4F7-490C-8DBA-5E095000C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893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BC95B8-3FB3-A91B-375C-50258117C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000C9-ECBF-429F-9970-D3285201C38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33DFDD-6A29-DC11-3395-6267111E9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3012B-4407-9F70-82A4-740E7B1E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95AA4-E4F7-490C-8DBA-5E095000C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469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D58CB-4227-CC79-3C69-C2FB94F9F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60CDD-8903-AFE2-839E-AE7543578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A0407-7912-3EF2-DA5D-FB72961CC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B9778-5682-9FD0-D29C-B347A6CC0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000C9-ECBF-429F-9970-D3285201C38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0A6B4-B37B-6223-49B8-3A8547FE1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CF7A0-3D8C-B53B-CE73-E73786D22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95AA4-E4F7-490C-8DBA-5E095000C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98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ABDF-0B83-E57E-05D2-B11765A3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B7C213-D51A-C9B2-D9AA-643A72F7FD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C1536-6050-FD28-DD80-473FADE54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CB8F4-F52A-71AD-C45A-ED4A51A89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000C9-ECBF-429F-9970-D3285201C38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9D14C-B2DB-DEC9-0C6A-CF4DE49C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B0CB8-0D18-5217-E666-AB6CDD2FA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95AA4-E4F7-490C-8DBA-5E095000C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0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1F0DC-7BCB-C60A-E536-79A63F08A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F7AE60-BE14-C8EE-8208-E545A651C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D0832-58B3-C20E-6CA9-CCD42E236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000C9-ECBF-429F-9970-D3285201C38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52762-B5CA-8227-B212-D19971E71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2821B-0E69-ED0B-CC20-A0F7FB6E4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95AA4-E4F7-490C-8DBA-5E095000C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031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BF765C-6ACF-E9F0-3F97-64A7067821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DB1748-E6F6-8B02-2451-37379ABFC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543D3-397E-16E0-BD0F-58FF6A5FC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000C9-ECBF-429F-9970-D3285201C38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DC520-169F-465C-A731-A3D2CBDDA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0D20A-A110-3F4D-F01E-39005BCE1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95AA4-E4F7-490C-8DBA-5E095000C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999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2346F4-11C2-0011-F513-486F72CED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A644C-5441-417E-F57E-86B8286B8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C18FB-6F37-4941-9F02-B3EE9E2129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000C9-ECBF-429F-9970-D3285201C38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FB11E-86E0-2101-71E8-3949406CC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E55A9-50E9-BE10-39B4-271DBA247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95AA4-E4F7-490C-8DBA-5E095000C8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4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30B41C-A00E-1044-8C05-B59596CA025A}"/>
              </a:ext>
            </a:extLst>
          </p:cNvPr>
          <p:cNvSpPr txBox="1"/>
          <p:nvPr/>
        </p:nvSpPr>
        <p:spPr>
          <a:xfrm>
            <a:off x="865239" y="2036191"/>
            <a:ext cx="101763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Vision-Based Driver Drowsiness Monitoring System using OpenCV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5F4A3-1443-E597-6072-D06B2A44911E}"/>
              </a:ext>
            </a:extLst>
          </p:cNvPr>
          <p:cNvSpPr txBox="1"/>
          <p:nvPr/>
        </p:nvSpPr>
        <p:spPr>
          <a:xfrm>
            <a:off x="6476214" y="4543720"/>
            <a:ext cx="43785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Ch.Likhitha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(192424239)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S.Sri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 Prasanna Durga (192424241)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12B024-24EC-3E7E-BB5E-218EADB8D711}"/>
              </a:ext>
            </a:extLst>
          </p:cNvPr>
          <p:cNvSpPr txBox="1"/>
          <p:nvPr/>
        </p:nvSpPr>
        <p:spPr>
          <a:xfrm>
            <a:off x="737420" y="4667889"/>
            <a:ext cx="4093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Dr.Senthilvadivu.S</a:t>
            </a:r>
            <a:endParaRPr lang="en-I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Dr.Kumaragurubaran.T</a:t>
            </a:r>
            <a:endParaRPr lang="en-I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SSE-Computer Science and Engineering">
            <a:extLst>
              <a:ext uri="{FF2B5EF4-FFF2-40B4-BE49-F238E27FC236}">
                <a16:creationId xmlns:a16="http://schemas.microsoft.com/office/drawing/2014/main" id="{495C14A5-E123-BCAB-4F29-048D0ADC7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99625"/>
            <a:ext cx="10668000" cy="1014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5CB91A-13CA-A085-5840-D7D11A48C7DD}"/>
              </a:ext>
            </a:extLst>
          </p:cNvPr>
          <p:cNvSpPr txBox="1"/>
          <p:nvPr/>
        </p:nvSpPr>
        <p:spPr>
          <a:xfrm>
            <a:off x="1769805" y="3621481"/>
            <a:ext cx="8239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DSA0216 – Computer Vision with Open CV for Modern AI</a:t>
            </a:r>
          </a:p>
        </p:txBody>
      </p:sp>
    </p:spTree>
    <p:extLst>
      <p:ext uri="{BB962C8B-B14F-4D97-AF65-F5344CB8AC3E}">
        <p14:creationId xmlns:p14="http://schemas.microsoft.com/office/powerpoint/2010/main" val="92785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BF86FA-29CA-AD5C-4AA4-6AA23E942AFF}"/>
              </a:ext>
            </a:extLst>
          </p:cNvPr>
          <p:cNvSpPr txBox="1"/>
          <p:nvPr/>
        </p:nvSpPr>
        <p:spPr>
          <a:xfrm>
            <a:off x="3814916" y="659877"/>
            <a:ext cx="4542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358148-9057-B068-C41A-0DF280FE7654}"/>
              </a:ext>
            </a:extLst>
          </p:cNvPr>
          <p:cNvSpPr txBox="1"/>
          <p:nvPr/>
        </p:nvSpPr>
        <p:spPr>
          <a:xfrm>
            <a:off x="254524" y="1885360"/>
            <a:ext cx="7032395" cy="4232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fatigue is a major cause of road accidents and reduces driver alertness.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develops a Vision-Based Driver Drowsiness Monitoring System using Python and OpenCV.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captures real-time video through a webcam to monitor the driver’s face and eyes.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Haar Cascade algorithms are used for face and eye detection.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prolonged eye closure and identifies drowsiness.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drowsiness is detected, the system provides an alert and alarm to warn the driver.</a:t>
            </a:r>
          </a:p>
        </p:txBody>
      </p:sp>
      <p:pic>
        <p:nvPicPr>
          <p:cNvPr id="1026" name="Picture 2" descr="An Efficient Approach for Detecting Driver Drowsiness Based on Deep Learning">
            <a:extLst>
              <a:ext uri="{FF2B5EF4-FFF2-40B4-BE49-F238E27FC236}">
                <a16:creationId xmlns:a16="http://schemas.microsoft.com/office/drawing/2014/main" id="{0AAF40EA-1056-D120-71E4-D5636CF02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607" y="2044805"/>
            <a:ext cx="4056003" cy="345112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629368-E75C-F36E-D233-7A11F8646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92" y="151381"/>
            <a:ext cx="1228332" cy="134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B06ABD-D3D4-FFE0-F9DF-8273F5905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5116" y="143419"/>
            <a:ext cx="1452392" cy="134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86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483A5A-B9ED-3888-B31E-AC2CD4A9C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08" y="123482"/>
            <a:ext cx="1228332" cy="134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E9B93F-7984-C204-4CD4-A0AB9B51E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123481"/>
            <a:ext cx="1452392" cy="1342338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167BE91-3F75-8FF5-6293-5795F9C4B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886527"/>
              </p:ext>
            </p:extLst>
          </p:nvPr>
        </p:nvGraphicFramePr>
        <p:xfrm>
          <a:off x="1234910" y="1621411"/>
          <a:ext cx="10228085" cy="4872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617">
                  <a:extLst>
                    <a:ext uri="{9D8B030D-6E8A-4147-A177-3AD203B41FA5}">
                      <a16:colId xmlns:a16="http://schemas.microsoft.com/office/drawing/2014/main" val="1874190687"/>
                    </a:ext>
                  </a:extLst>
                </a:gridCol>
                <a:gridCol w="2045617">
                  <a:extLst>
                    <a:ext uri="{9D8B030D-6E8A-4147-A177-3AD203B41FA5}">
                      <a16:colId xmlns:a16="http://schemas.microsoft.com/office/drawing/2014/main" val="4116369160"/>
                    </a:ext>
                  </a:extLst>
                </a:gridCol>
                <a:gridCol w="2045617">
                  <a:extLst>
                    <a:ext uri="{9D8B030D-6E8A-4147-A177-3AD203B41FA5}">
                      <a16:colId xmlns:a16="http://schemas.microsoft.com/office/drawing/2014/main" val="727605459"/>
                    </a:ext>
                  </a:extLst>
                </a:gridCol>
                <a:gridCol w="2045617">
                  <a:extLst>
                    <a:ext uri="{9D8B030D-6E8A-4147-A177-3AD203B41FA5}">
                      <a16:colId xmlns:a16="http://schemas.microsoft.com/office/drawing/2014/main" val="3194754179"/>
                    </a:ext>
                  </a:extLst>
                </a:gridCol>
                <a:gridCol w="2045617">
                  <a:extLst>
                    <a:ext uri="{9D8B030D-6E8A-4147-A177-3AD203B41FA5}">
                      <a16:colId xmlns:a16="http://schemas.microsoft.com/office/drawing/2014/main" val="1576036417"/>
                    </a:ext>
                  </a:extLst>
                </a:gridCol>
              </a:tblGrid>
              <a:tr h="91136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373267"/>
                  </a:ext>
                </a:extLst>
              </a:tr>
              <a:tr h="92402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(CNN)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Eye state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 fatigue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accuracy under different lighting conditions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791308"/>
                  </a:ext>
                </a:extLst>
              </a:tr>
              <a:tr h="92402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Haar Cascade + OpenCV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and eye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fast and low-cost detection approach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602608"/>
                  </a:ext>
                </a:extLst>
              </a:tr>
              <a:tr h="92402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ML + 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Feature-based fatigue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transportation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detection reliability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485383"/>
                  </a:ext>
                </a:extLst>
              </a:tr>
              <a:tr h="117137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Vision-Based ADAS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alert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Road safety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Confirms effectiveness of automatic warning systems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8288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E4AC105-D612-EF58-49DD-9C85E146AC53}"/>
              </a:ext>
            </a:extLst>
          </p:cNvPr>
          <p:cNvSpPr txBox="1"/>
          <p:nvPr/>
        </p:nvSpPr>
        <p:spPr>
          <a:xfrm>
            <a:off x="2763625" y="502262"/>
            <a:ext cx="6664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778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BA9C6-1C61-EE6D-F1A5-3C61FB9DE91A}"/>
              </a:ext>
            </a:extLst>
          </p:cNvPr>
          <p:cNvSpPr txBox="1"/>
          <p:nvPr/>
        </p:nvSpPr>
        <p:spPr>
          <a:xfrm>
            <a:off x="3876038" y="1109075"/>
            <a:ext cx="3795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D8580B-B848-234E-AE09-82DAD8E2642B}"/>
              </a:ext>
            </a:extLst>
          </p:cNvPr>
          <p:cNvSpPr txBox="1"/>
          <p:nvPr/>
        </p:nvSpPr>
        <p:spPr>
          <a:xfrm>
            <a:off x="1558823" y="2057081"/>
            <a:ext cx="9642404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real-time driver drowsiness detection system using Python and OpenCV.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the driver’s face and eyes using Haar Cascade classifiers.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monitor eye closure duration to identify signs of fatigue.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visual warning message when drowsiness is detected.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trigger an alarm sound to alert the driver and prevent accidents.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simple, low-cost, and non-intrusive safety system using a webcam.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2F580A-52D3-D15B-967D-5A0ECE7E3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08" y="123482"/>
            <a:ext cx="1228332" cy="134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B2466E-1B7F-54E4-6D11-145E10828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123481"/>
            <a:ext cx="1452392" cy="134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549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472B67-BEF4-C5D4-81BF-A01E01D92D44}"/>
              </a:ext>
            </a:extLst>
          </p:cNvPr>
          <p:cNvSpPr txBox="1"/>
          <p:nvPr/>
        </p:nvSpPr>
        <p:spPr>
          <a:xfrm>
            <a:off x="2733367" y="825910"/>
            <a:ext cx="6118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342558-726A-5F8B-82A0-E29511A920A9}"/>
              </a:ext>
            </a:extLst>
          </p:cNvPr>
          <p:cNvSpPr txBox="1"/>
          <p:nvPr/>
        </p:nvSpPr>
        <p:spPr>
          <a:xfrm>
            <a:off x="865240" y="1789471"/>
            <a:ext cx="9763432" cy="3858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drowsiness is a major cause of road accidents due to reduced alertness and slow reaction time.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fatigue detection systems are expensive and require specialized hardware.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are complex and not easily accessible for students or low-cost implementation.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real-time monitoring system using a standard webcam.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automatically detect face and eye behaviour to identify drowsiness.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immediate alert mechanism is required to warn the driver and prevent accidents.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492D08-C87F-9301-7A5A-9C31FF5A7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08" y="123482"/>
            <a:ext cx="1228332" cy="134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376688-8E77-E20B-CC06-B02F92AFC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123481"/>
            <a:ext cx="1452392" cy="134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804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37AAD8-744D-7362-0623-96D2E6AF3C0D}"/>
              </a:ext>
            </a:extLst>
          </p:cNvPr>
          <p:cNvSpPr txBox="1"/>
          <p:nvPr/>
        </p:nvSpPr>
        <p:spPr>
          <a:xfrm>
            <a:off x="2408902" y="838985"/>
            <a:ext cx="6971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4ADEB2-D4EE-B2ED-7588-42A2EE20C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0" y="123481"/>
            <a:ext cx="1452392" cy="1342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224D35-DC71-B119-5A0E-0D71B9916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08" y="123482"/>
            <a:ext cx="1228332" cy="13423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E60F2E-F5E0-7EE6-3D4E-709D70E14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114" y="1715678"/>
            <a:ext cx="4205889" cy="472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48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50C6D5-D901-2203-000C-43D2B02C8B74}"/>
              </a:ext>
            </a:extLst>
          </p:cNvPr>
          <p:cNvSpPr txBox="1"/>
          <p:nvPr/>
        </p:nvSpPr>
        <p:spPr>
          <a:xfrm>
            <a:off x="2188718" y="707875"/>
            <a:ext cx="7590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Face and Eye Detection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2A4E80-5E60-981D-AADD-0A40919E26DE}"/>
              </a:ext>
            </a:extLst>
          </p:cNvPr>
          <p:cNvSpPr txBox="1"/>
          <p:nvPr/>
        </p:nvSpPr>
        <p:spPr>
          <a:xfrm>
            <a:off x="478639" y="2460396"/>
            <a:ext cx="6402928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is responsible for detecting the driver’s face and eyes in real time using computer vision techniques.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captures live video through a webcam and processes each frame using the OpenCV library.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Haar Cascade classifiers are used to identify facial features.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the face region is detected from the video frame.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the detected face area, the system locates the eyes and marks them with bounding rectangles.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2464F0-215A-1DFF-355B-5E1CE5827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99" y="2258682"/>
            <a:ext cx="4621161" cy="36477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A7E4CF-8B73-6DE2-1DCC-AA9179412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123481"/>
            <a:ext cx="1452392" cy="1342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4A2E41-E735-5AC9-D565-6D6A64069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08" y="123482"/>
            <a:ext cx="1228332" cy="134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4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D789C7-4AB9-9C7D-1DBE-409AB349E413}"/>
              </a:ext>
            </a:extLst>
          </p:cNvPr>
          <p:cNvSpPr txBox="1"/>
          <p:nvPr/>
        </p:nvSpPr>
        <p:spPr>
          <a:xfrm>
            <a:off x="1726348" y="1145151"/>
            <a:ext cx="9212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Drowsiness Detection and Alert System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F3F9D-0F83-470B-C0ED-6E2F297951F9}"/>
              </a:ext>
            </a:extLst>
          </p:cNvPr>
          <p:cNvSpPr txBox="1"/>
          <p:nvPr/>
        </p:nvSpPr>
        <p:spPr>
          <a:xfrm>
            <a:off x="206724" y="2262432"/>
            <a:ext cx="6976501" cy="4336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Continuously monitor the driver’s eyes in real-time using a webcam.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detects eye closure by calculating the Eye Aspect Ratio (EAR) for each frame.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 decreases when the eyes are closed; high when eyes are open.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measures the duration of continuous eye closure; if it exceeds a certain time, classify the driver as drowsy.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alerts: display warning messages on the screen and generate a beep sound to wake the driver, then resume monitoring.</a:t>
            </a:r>
          </a:p>
          <a:p>
            <a:br>
              <a:rPr lang="en-US" dirty="0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83E175-512E-FF58-E98A-6AE6805BB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111" y="2185295"/>
            <a:ext cx="4758813" cy="32770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B7F9E4-FD38-A480-F141-63C275225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123481"/>
            <a:ext cx="1452392" cy="1342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F11545-46BA-7A07-A54E-91EB3DCAF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724" y="95202"/>
            <a:ext cx="1228332" cy="134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02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0281B0-2924-04D4-32FC-EAB4C8634A55}"/>
              </a:ext>
            </a:extLst>
          </p:cNvPr>
          <p:cNvSpPr txBox="1"/>
          <p:nvPr/>
        </p:nvSpPr>
        <p:spPr>
          <a:xfrm>
            <a:off x="3412503" y="707010"/>
            <a:ext cx="5062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817E8C-4185-FE64-6638-546FA2558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155" y="1986338"/>
            <a:ext cx="4311044" cy="3272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36D5B6-278D-D3F9-533E-592F4DE83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738" y="1986338"/>
            <a:ext cx="4000107" cy="32724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1C797F-69DC-8B38-99DA-A6510D8FB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0" y="123481"/>
            <a:ext cx="1452392" cy="1342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14C0B6-1F0C-FB53-BBF4-310AC338A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408" y="123482"/>
            <a:ext cx="1228332" cy="134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78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423AEB-0CE0-F90E-3F49-357836C9D396}"/>
              </a:ext>
            </a:extLst>
          </p:cNvPr>
          <p:cNvSpPr txBox="1"/>
          <p:nvPr/>
        </p:nvSpPr>
        <p:spPr>
          <a:xfrm>
            <a:off x="3544478" y="857839"/>
            <a:ext cx="58351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64292B-D0CD-D851-3F82-D4DA02BC05B8}"/>
              </a:ext>
            </a:extLst>
          </p:cNvPr>
          <p:cNvSpPr txBox="1"/>
          <p:nvPr/>
        </p:nvSpPr>
        <p:spPr>
          <a:xfrm>
            <a:off x="1310326" y="1706252"/>
            <a:ext cx="9426804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the driver’s face and eyes in real time and triggers visual + audio alerts when prolonged eye closure is detected.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works smoothly on a normal laptop with a webcam, showing practical feasibility for basic driver monitoring.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accuracy is good under proper lighting and frontal face position, but performance decreases in poor lighting or tilted head angles.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threshold-based fatigue detection method is simple, fast, and suitable for real-time safety applications similar to basic ADAS features.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proves how computer vision can enhance road safety, with future improvements possible using deep learning for higher accuracy.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890D4B-A4ED-FA7C-92C0-D71121181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0" y="123481"/>
            <a:ext cx="1452392" cy="1342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8A0B47-FA81-A28A-31AA-84FB89A3C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08" y="123482"/>
            <a:ext cx="1228332" cy="134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44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ACA019-4D55-3A69-4F9A-19FFB94DE0DC}"/>
              </a:ext>
            </a:extLst>
          </p:cNvPr>
          <p:cNvSpPr txBox="1"/>
          <p:nvPr/>
        </p:nvSpPr>
        <p:spPr>
          <a:xfrm>
            <a:off x="3342968" y="865239"/>
            <a:ext cx="4528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30E2B0-5A5D-AEF9-05BC-2570365ECB1B}"/>
              </a:ext>
            </a:extLst>
          </p:cNvPr>
          <p:cNvSpPr txBox="1"/>
          <p:nvPr/>
        </p:nvSpPr>
        <p:spPr>
          <a:xfrm>
            <a:off x="1525014" y="2259088"/>
            <a:ext cx="8947354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driver drowsiness in real time using OpenCV.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and eye detection are performed using Haar Cascade algorithm.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 closure duration is used to identify fatigue.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visual and audio alerts to warn the driver.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is low-cost and works with a standard webcam.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application of computer vision for road safety.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88C007-2B87-962E-1A44-B60785D01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0" y="123481"/>
            <a:ext cx="1452392" cy="1342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9EEC79-5F84-435A-C82C-FAF1A104F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08" y="123482"/>
            <a:ext cx="1228332" cy="134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11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FA4F0-B414-6180-2617-9BB3D1B48062}"/>
              </a:ext>
            </a:extLst>
          </p:cNvPr>
          <p:cNvSpPr txBox="1"/>
          <p:nvPr/>
        </p:nvSpPr>
        <p:spPr>
          <a:xfrm>
            <a:off x="4015818" y="794650"/>
            <a:ext cx="457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03A3CB-27D1-923B-E7B3-85B89C0DB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08" y="123482"/>
            <a:ext cx="1228332" cy="134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54D165-2032-8604-F74C-959599FE8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123481"/>
            <a:ext cx="1452392" cy="1342338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50F816A5-992B-773D-FF60-FFFE2D55D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739" y="1753387"/>
            <a:ext cx="10587261" cy="421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detection accuracy using deep learning models instead of basic classifiers.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system with vehicle ADAS for automatic safety response during driver fatigue.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system as a real-time web or mobile application for wider accessibility.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multi-factor fatigue detection such as yawning detection, blink rate, and head movement analysis.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night-time monitoring using infrared or low-light camera technology.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driver alertness data using cloud-based monitoring for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the system on embedded platforms like Raspberry Pi for real-world vehicle use.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voice-based and customizable alert mechanisms for better driver response.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smart dashboard integration for modern vehicle environments.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performance using AI models integrated with OpenCV.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923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52A0CF-C301-74C7-9084-7CA64524B278}"/>
              </a:ext>
            </a:extLst>
          </p:cNvPr>
          <p:cNvSpPr txBox="1"/>
          <p:nvPr/>
        </p:nvSpPr>
        <p:spPr>
          <a:xfrm>
            <a:off x="3873909" y="772997"/>
            <a:ext cx="3470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F9C4ED-985C-CFC9-A76B-03FFA194534A}"/>
              </a:ext>
            </a:extLst>
          </p:cNvPr>
          <p:cNvSpPr txBox="1"/>
          <p:nvPr/>
        </p:nvSpPr>
        <p:spPr>
          <a:xfrm>
            <a:off x="1470581" y="2017336"/>
            <a:ext cx="9558780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Kumar, Y. D., &amp; Kumar, S. (2023). Detection of Driver Drowsiness using Hybrid Learning Model.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Abbas, M. A. M., &amp; Ramya, R. (2025). Driver Drowsiness Detection System using OpenCV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Janarthanan, A., et al. (2025). Intelligent Drowsiness Detection using Haar Cascade and CNN.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Fonseca, T., &amp; Ferreira, S. (2025). Drowsiness Detection in Drivers: A Review of Deep Learning Models.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Owen, V.,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Surantha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(2025). Computer Vision-Based Drowsiness Detection for Edge Devices.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9870CF-7580-72FA-231F-23017BC86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0" y="123481"/>
            <a:ext cx="1452392" cy="1342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675F9E-5E3B-4B37-67AC-56B3609AB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08" y="123482"/>
            <a:ext cx="1228332" cy="134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11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CFB213-1D17-1B34-4ABF-31D01C9A0B7A}"/>
              </a:ext>
            </a:extLst>
          </p:cNvPr>
          <p:cNvSpPr txBox="1"/>
          <p:nvPr/>
        </p:nvSpPr>
        <p:spPr>
          <a:xfrm>
            <a:off x="2861187" y="2228671"/>
            <a:ext cx="6331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7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182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970</Words>
  <Application>Microsoft Office PowerPoint</Application>
  <PresentationFormat>Widescreen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chlikhitha984@gmail.com</dc:creator>
  <cp:lastModifiedBy>chlikhitha984@gmail.com</cp:lastModifiedBy>
  <cp:revision>8</cp:revision>
  <dcterms:created xsi:type="dcterms:W3CDTF">2026-02-11T03:59:46Z</dcterms:created>
  <dcterms:modified xsi:type="dcterms:W3CDTF">2026-02-17T09:56:20Z</dcterms:modified>
</cp:coreProperties>
</file>